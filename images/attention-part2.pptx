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9" userDrawn="1">
          <p15:clr>
            <a:srgbClr val="A4A3A4"/>
          </p15:clr>
        </p15:guide>
        <p15:guide id="2" pos="581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5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03"/>
    <p:restoredTop sz="94719"/>
  </p:normalViewPr>
  <p:slideViewPr>
    <p:cSldViewPr snapToGrid="0" showGuides="1">
      <p:cViewPr>
        <p:scale>
          <a:sx n="160" d="100"/>
          <a:sy n="160" d="100"/>
        </p:scale>
        <p:origin x="2168" y="208"/>
      </p:cViewPr>
      <p:guideLst>
        <p:guide orient="horz" pos="3249"/>
        <p:guide pos="581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B2ADB5-2733-0542-B5AC-E048C283017A}" type="datetimeFigureOut">
              <a:rPr kumimoji="1" lang="zh-CN" altLang="en-US" smtClean="0"/>
              <a:t>2025/3/25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F45510-6CC3-3241-864B-C9F74B3F892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16969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F45510-6CC3-3241-864B-C9F74B3F8929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61113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D295CD-5F28-8F7B-680D-E9B1D9A88B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FC6608B-9F5B-59D2-977E-0DB867017F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E67AF5-DF9D-F08A-4A46-53164A738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2B1A-34E6-AE4D-8541-AF5CB7F2D182}" type="datetimeFigureOut">
              <a:rPr kumimoji="1" lang="zh-CN" altLang="en-US" smtClean="0"/>
              <a:t>2025/3/25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4E78D7-8941-4432-EF2C-F3D53AFCD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595D36-CD4C-D3F6-AB08-26F85B220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EBF1D-4D85-AC4B-96DD-5D6EA4B294B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10942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E750A6-CD81-050A-EDAE-DFA2983B2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8EB6F2-C015-48ED-8223-E68865BFA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DFFA28-040F-1C47-ECC8-37C15A7BB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2B1A-34E6-AE4D-8541-AF5CB7F2D182}" type="datetimeFigureOut">
              <a:rPr kumimoji="1" lang="zh-CN" altLang="en-US" smtClean="0"/>
              <a:t>2025/3/25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546647-F694-2479-45BC-5451A9088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BEE110-F2A2-BAF1-4539-2921A76E3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EBF1D-4D85-AC4B-96DD-5D6EA4B294B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7510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B9F426-23F0-CEB7-58EA-670971DA4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DA85563-59E6-0A75-BEBE-6CBE7A289E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1EF2C1-64A3-4944-704E-8CC0869F2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2B1A-34E6-AE4D-8541-AF5CB7F2D182}" type="datetimeFigureOut">
              <a:rPr kumimoji="1" lang="zh-CN" altLang="en-US" smtClean="0"/>
              <a:t>2025/3/25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3A9AC5-487B-A918-C795-D0319C2D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4D24B3-E52A-A993-DE8D-5410EFF1F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EBF1D-4D85-AC4B-96DD-5D6EA4B294B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71751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FEC31E-18BF-F38F-7A1C-3E41058BD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039DB4-F5B7-A04A-5C19-06EDE6A279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9A91DF9-3AC5-1B9B-5EBC-E5F4DA10E1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F9118D-337B-2D98-F75C-03CBCFB15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2B1A-34E6-AE4D-8541-AF5CB7F2D182}" type="datetimeFigureOut">
              <a:rPr kumimoji="1" lang="zh-CN" altLang="en-US" smtClean="0"/>
              <a:t>2025/3/25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627609-B009-41A7-6E92-A46A28D94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8F26F6-E983-5FF2-1E68-92ADDA869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EBF1D-4D85-AC4B-96DD-5D6EA4B294B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65009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202879-0827-4ADD-01AA-37AE8A5EC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2AB5D6-D5D0-CB7F-8404-BB6897E53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B32BC2D-DA79-90F7-5419-9ACD62E220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ED6FDE2-71F1-0F01-E4F7-62FED344AD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E904F29-8C86-72D6-9F31-453235955B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7B6D4CF-0DB3-89A9-A042-4577058B3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2B1A-34E6-AE4D-8541-AF5CB7F2D182}" type="datetimeFigureOut">
              <a:rPr kumimoji="1" lang="zh-CN" altLang="en-US" smtClean="0"/>
              <a:t>2025/3/25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8C04639-64A2-2A58-AC36-53885AB93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287AFC1-7B17-A18A-63A5-9E6B2E93F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EBF1D-4D85-AC4B-96DD-5D6EA4B294B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01810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F284C8-4E82-056A-7174-6D600B245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DB3A21E-DD74-5523-94D1-92C8911A8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2B1A-34E6-AE4D-8541-AF5CB7F2D182}" type="datetimeFigureOut">
              <a:rPr kumimoji="1" lang="zh-CN" altLang="en-US" smtClean="0"/>
              <a:t>2025/3/25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14CC94D-3097-CB4C-E1C5-8BCBB9BB0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6983D58-EC9B-40D8-3EC7-B9F2D1669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EBF1D-4D85-AC4B-96DD-5D6EA4B294B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67817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A35A583-EEB8-AE1F-042C-A3A946741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2B1A-34E6-AE4D-8541-AF5CB7F2D182}" type="datetimeFigureOut">
              <a:rPr kumimoji="1" lang="zh-CN" altLang="en-US" smtClean="0"/>
              <a:t>2025/3/25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7025498-0232-A779-6F46-A95C8C2A7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9B6664-7D88-973C-F27A-3949F5319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EBF1D-4D85-AC4B-96DD-5D6EA4B294B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01658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6C6840-EB9B-11B6-2CFA-CF9599456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4154A3-C14A-73ED-D0DD-937C3F138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7A02210-0C87-B65F-6808-74F78302D9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0C1C2E-D3CD-3DD8-5CF9-5B94A8621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2B1A-34E6-AE4D-8541-AF5CB7F2D182}" type="datetimeFigureOut">
              <a:rPr kumimoji="1" lang="zh-CN" altLang="en-US" smtClean="0"/>
              <a:t>2025/3/25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52DF625-6CB3-FF1E-005F-7D6C66769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3AFEEAE-3EA3-7D32-3375-EE13D8A11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EBF1D-4D85-AC4B-96DD-5D6EA4B294B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71544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C2DCF4-A6CD-85E8-3CC8-BC95D1D0D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C5E408D-5394-A5D0-11AA-1EE91057CC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E471242-B887-7E34-0398-64175FFEB7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49F791-A1DD-CEBF-2D48-DB6ABC0D0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2B1A-34E6-AE4D-8541-AF5CB7F2D182}" type="datetimeFigureOut">
              <a:rPr kumimoji="1" lang="zh-CN" altLang="en-US" smtClean="0"/>
              <a:t>2025/3/25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2D12729-E105-2B02-6EB0-882316F75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BB3B004-4A12-48EB-8301-81A6A3307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EBF1D-4D85-AC4B-96DD-5D6EA4B294B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228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368935-1142-7A09-391A-77BEA6221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E3D4C8B-946E-4888-1EBD-0BAED44B1B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142B6D-38E1-7546-DCA6-39B1A1BEF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2B1A-34E6-AE4D-8541-AF5CB7F2D182}" type="datetimeFigureOut">
              <a:rPr kumimoji="1" lang="zh-CN" altLang="en-US" smtClean="0"/>
              <a:t>2025/3/25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67D587-603B-4BE9-5A2E-4ACE9AD72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E2DC7B-116B-7A97-1667-7A52CF119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EBF1D-4D85-AC4B-96DD-5D6EA4B294B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27287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006A694-E50B-3C24-1484-00ABB10E3E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7E00F79-9F21-262B-C5A9-E57D2DB425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C086A1-AB3A-D2AD-EFEF-08531979A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2B1A-34E6-AE4D-8541-AF5CB7F2D182}" type="datetimeFigureOut">
              <a:rPr kumimoji="1" lang="zh-CN" altLang="en-US" smtClean="0"/>
              <a:t>2025/3/25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ECD931-EC83-B3CF-2B3A-BB026CC54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8BA99E-F26D-5C3C-E7B1-659D2EAC0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EBF1D-4D85-AC4B-96DD-5D6EA4B294B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43851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E2EB802-1837-2158-7C8F-162FDF80F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2D32F7A-56BD-E59C-6045-6358D0DA1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8C378A-ECD9-8B54-B2ED-4BED86E0C9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262B1A-34E6-AE4D-8541-AF5CB7F2D182}" type="datetimeFigureOut">
              <a:rPr kumimoji="1" lang="zh-CN" altLang="en-US" smtClean="0"/>
              <a:t>2025/3/25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4EF1AD-846F-33E5-D9D7-C85C663BB8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18F0D0-1223-D1CE-2318-DDD068952D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0EBF1D-4D85-AC4B-96DD-5D6EA4B294B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59899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8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2838971-A954-6D55-32F5-72A3ECD34D3F}"/>
              </a:ext>
            </a:extLst>
          </p:cNvPr>
          <p:cNvSpPr/>
          <p:nvPr/>
        </p:nvSpPr>
        <p:spPr>
          <a:xfrm>
            <a:off x="1393667" y="3767499"/>
            <a:ext cx="1097280" cy="13282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35E2474-9B47-FC82-B987-34466058FF94}"/>
              </a:ext>
            </a:extLst>
          </p:cNvPr>
          <p:cNvSpPr/>
          <p:nvPr/>
        </p:nvSpPr>
        <p:spPr>
          <a:xfrm>
            <a:off x="2739600" y="2386275"/>
            <a:ext cx="2146433" cy="10972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E8A5E4B-4EA9-A354-33A9-A76EFBFF2D91}"/>
              </a:ext>
            </a:extLst>
          </p:cNvPr>
          <p:cNvSpPr/>
          <p:nvPr/>
        </p:nvSpPr>
        <p:spPr>
          <a:xfrm>
            <a:off x="2739600" y="3767499"/>
            <a:ext cx="2146433" cy="132828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1B6FEC88-5D38-C02B-0074-BABEEC7A3314}"/>
              </a:ext>
            </a:extLst>
          </p:cNvPr>
          <p:cNvCxnSpPr>
            <a:cxnSpLocks/>
          </p:cNvCxnSpPr>
          <p:nvPr/>
        </p:nvCxnSpPr>
        <p:spPr>
          <a:xfrm flipH="1">
            <a:off x="2739600" y="2294833"/>
            <a:ext cx="2146433" cy="0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695943FD-D634-C24C-2CB4-BAB325131C1E}"/>
              </a:ext>
            </a:extLst>
          </p:cNvPr>
          <p:cNvCxnSpPr>
            <a:cxnSpLocks/>
          </p:cNvCxnSpPr>
          <p:nvPr/>
        </p:nvCxnSpPr>
        <p:spPr>
          <a:xfrm flipH="1">
            <a:off x="1387902" y="3622054"/>
            <a:ext cx="1116012" cy="0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D134F95B-6A8D-B637-9BB8-669A0DD87F2E}"/>
                  </a:ext>
                </a:extLst>
              </p:cNvPr>
              <p:cNvSpPr txBox="1"/>
              <p:nvPr/>
            </p:nvSpPr>
            <p:spPr>
              <a:xfrm>
                <a:off x="1608110" y="3760239"/>
                <a:ext cx="6063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kumimoji="1" lang="zh-CN" altLang="en-US" b="1" dirty="0">
                  <a:solidFill>
                    <a:schemeClr val="bg1">
                      <a:lumMod val="50000"/>
                    </a:schemeClr>
                  </a:solidFill>
                  <a:latin typeface="Bradley Hand" pitchFamily="2" charset="0"/>
                </a:endParaRPr>
              </a:p>
            </p:txBody>
          </p:sp>
        </mc:Choice>
        <mc:Fallback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D134F95B-6A8D-B637-9BB8-669A0DD87F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8110" y="3760239"/>
                <a:ext cx="60639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D9126DE6-1135-B459-9CFF-D4C3C32517EF}"/>
                  </a:ext>
                </a:extLst>
              </p:cNvPr>
              <p:cNvSpPr txBox="1"/>
              <p:nvPr/>
            </p:nvSpPr>
            <p:spPr>
              <a:xfrm>
                <a:off x="3445508" y="2366479"/>
                <a:ext cx="6063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𝒕𝑵</m:t>
                      </m:r>
                    </m:oMath>
                  </m:oMathPara>
                </a14:m>
                <a:endParaRPr kumimoji="1" lang="zh-CN" altLang="en-US" b="1" dirty="0">
                  <a:solidFill>
                    <a:schemeClr val="bg1">
                      <a:lumMod val="50000"/>
                    </a:schemeClr>
                  </a:solidFill>
                  <a:latin typeface="Bradley Hand" pitchFamily="2" charset="0"/>
                </a:endParaRPr>
              </a:p>
            </p:txBody>
          </p:sp>
        </mc:Choice>
        <mc:Fallback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D9126DE6-1135-B459-9CFF-D4C3C32517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5508" y="2366479"/>
                <a:ext cx="60639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0500E7A8-1BA5-16E2-EFCA-BB7B90C691D6}"/>
                  </a:ext>
                </a:extLst>
              </p:cNvPr>
              <p:cNvSpPr txBox="1"/>
              <p:nvPr/>
            </p:nvSpPr>
            <p:spPr>
              <a:xfrm>
                <a:off x="1608110" y="4718583"/>
                <a:ext cx="8966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𝑸</m:t>
                      </m:r>
                    </m:oMath>
                  </m:oMathPara>
                </a14:m>
                <a:endParaRPr kumimoji="1" lang="zh-CN" altLang="en-US" b="1" dirty="0">
                  <a:solidFill>
                    <a:srgbClr val="C00000"/>
                  </a:solidFill>
                  <a:latin typeface="Bradley Hand" pitchFamily="2" charset="0"/>
                </a:endParaRPr>
              </a:p>
            </p:txBody>
          </p:sp>
        </mc:Choice>
        <mc:Fallback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0500E7A8-1BA5-16E2-EFCA-BB7B90C691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8110" y="4718583"/>
                <a:ext cx="89662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229320FC-710C-D239-752C-1C9746EB573B}"/>
              </a:ext>
            </a:extLst>
          </p:cNvPr>
          <p:cNvCxnSpPr>
            <a:cxnSpLocks/>
          </p:cNvCxnSpPr>
          <p:nvPr/>
        </p:nvCxnSpPr>
        <p:spPr>
          <a:xfrm>
            <a:off x="1078423" y="3759629"/>
            <a:ext cx="0" cy="883769"/>
          </a:xfrm>
          <a:prstGeom prst="straightConnector1">
            <a:avLst/>
          </a:prstGeom>
          <a:ln>
            <a:solidFill>
              <a:srgbClr val="00B0F0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41B00AF4-61D2-348F-480F-17B82FA944A0}"/>
                  </a:ext>
                </a:extLst>
              </p:cNvPr>
              <p:cNvSpPr/>
              <p:nvPr/>
            </p:nvSpPr>
            <p:spPr>
              <a:xfrm rot="5400000">
                <a:off x="963568" y="4027382"/>
                <a:ext cx="413885" cy="25988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kumimoji="1" lang="zh-CN" altLang="en-US" sz="2400" b="1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41B00AF4-61D2-348F-480F-17B82FA944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963568" y="4027382"/>
                <a:ext cx="413885" cy="25988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E251CAEB-5AC9-AA4A-72D9-6260185EC8DE}"/>
                  </a:ext>
                </a:extLst>
              </p:cNvPr>
              <p:cNvSpPr txBox="1"/>
              <p:nvPr/>
            </p:nvSpPr>
            <p:spPr>
              <a:xfrm>
                <a:off x="1293163" y="4277994"/>
                <a:ext cx="6063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𝒕𝑴</m:t>
                      </m:r>
                    </m:oMath>
                  </m:oMathPara>
                </a14:m>
                <a:endParaRPr kumimoji="1" lang="zh-CN" altLang="en-US" b="1" dirty="0">
                  <a:solidFill>
                    <a:schemeClr val="bg1">
                      <a:lumMod val="50000"/>
                    </a:schemeClr>
                  </a:solidFill>
                  <a:latin typeface="Bradley Hand" pitchFamily="2" charset="0"/>
                </a:endParaRPr>
              </a:p>
            </p:txBody>
          </p:sp>
        </mc:Choice>
        <mc:Fallback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E251CAEB-5AC9-AA4A-72D9-6260185EC8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3163" y="4277994"/>
                <a:ext cx="60639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327CCF1D-B875-A9DE-DC27-11B68364A229}"/>
                  </a:ext>
                </a:extLst>
              </p:cNvPr>
              <p:cNvSpPr/>
              <p:nvPr/>
            </p:nvSpPr>
            <p:spPr>
              <a:xfrm>
                <a:off x="899392" y="3770786"/>
                <a:ext cx="606391" cy="25988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kumimoji="1" lang="zh-CN" altLang="en-US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327CCF1D-B875-A9DE-DC27-11B68364A2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392" y="3770786"/>
                <a:ext cx="606391" cy="259881"/>
              </a:xfrm>
              <a:prstGeom prst="rect">
                <a:avLst/>
              </a:prstGeom>
              <a:blipFill>
                <a:blip r:embed="rId8"/>
                <a:stretch>
                  <a:fillRect b="-952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" name="组合 45">
            <a:extLst>
              <a:ext uri="{FF2B5EF4-FFF2-40B4-BE49-F238E27FC236}">
                <a16:creationId xmlns:a16="http://schemas.microsoft.com/office/drawing/2014/main" id="{7FDA241E-9A82-C7B8-7BF3-A49C9B1010DD}"/>
              </a:ext>
            </a:extLst>
          </p:cNvPr>
          <p:cNvGrpSpPr/>
          <p:nvPr/>
        </p:nvGrpSpPr>
        <p:grpSpPr>
          <a:xfrm>
            <a:off x="2027460" y="2445304"/>
            <a:ext cx="675237" cy="883769"/>
            <a:chOff x="2558846" y="1729013"/>
            <a:chExt cx="675237" cy="883769"/>
          </a:xfrm>
        </p:grpSpPr>
        <p:cxnSp>
          <p:nvCxnSpPr>
            <p:cNvPr id="35" name="直线箭头连接符 34">
              <a:extLst>
                <a:ext uri="{FF2B5EF4-FFF2-40B4-BE49-F238E27FC236}">
                  <a16:creationId xmlns:a16="http://schemas.microsoft.com/office/drawing/2014/main" id="{A73B6FF1-3F42-AB32-6E1B-615CAA437EC7}"/>
                </a:ext>
              </a:extLst>
            </p:cNvPr>
            <p:cNvCxnSpPr>
              <a:cxnSpLocks/>
            </p:cNvCxnSpPr>
            <p:nvPr/>
          </p:nvCxnSpPr>
          <p:spPr>
            <a:xfrm>
              <a:off x="3012055" y="1729013"/>
              <a:ext cx="0" cy="883769"/>
            </a:xfrm>
            <a:prstGeom prst="straightConnector1">
              <a:avLst/>
            </a:prstGeom>
            <a:ln>
              <a:solidFill>
                <a:srgbClr val="00B0F0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矩形 35">
                  <a:extLst>
                    <a:ext uri="{FF2B5EF4-FFF2-40B4-BE49-F238E27FC236}">
                      <a16:creationId xmlns:a16="http://schemas.microsoft.com/office/drawing/2014/main" id="{273CBB82-D3FE-B716-8692-A987824DC4A6}"/>
                    </a:ext>
                  </a:extLst>
                </p:cNvPr>
                <p:cNvSpPr/>
                <p:nvPr/>
              </p:nvSpPr>
              <p:spPr>
                <a:xfrm rot="5400000">
                  <a:off x="2919477" y="1903539"/>
                  <a:ext cx="369332" cy="25988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4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kumimoji="1" lang="zh-CN" altLang="en-US" sz="24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矩形 35">
                  <a:extLst>
                    <a:ext uri="{FF2B5EF4-FFF2-40B4-BE49-F238E27FC236}">
                      <a16:creationId xmlns:a16="http://schemas.microsoft.com/office/drawing/2014/main" id="{273CBB82-D3FE-B716-8692-A987824DC4A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919477" y="1903539"/>
                  <a:ext cx="369332" cy="25988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64D46EF5-9608-5BE3-AF65-6888FE3A536E}"/>
                    </a:ext>
                  </a:extLst>
                </p:cNvPr>
                <p:cNvSpPr/>
                <p:nvPr/>
              </p:nvSpPr>
              <p:spPr>
                <a:xfrm>
                  <a:off x="2558846" y="1734622"/>
                  <a:ext cx="606391" cy="25988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m:oMathPara>
                  </a14:m>
                  <a:endParaRPr kumimoji="1" lang="zh-CN" altLang="en-US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64D46EF5-9608-5BE3-AF65-6888FE3A536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58846" y="1734622"/>
                  <a:ext cx="606391" cy="259881"/>
                </a:xfrm>
                <a:prstGeom prst="rect">
                  <a:avLst/>
                </a:prstGeom>
                <a:blipFill>
                  <a:blip r:embed="rId10"/>
                  <a:stretch>
                    <a:fillRect b="-1428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0BEF7A6F-9063-C210-9ACB-7DFC6CE60AD7}"/>
                  </a:ext>
                </a:extLst>
              </p:cNvPr>
              <p:cNvSpPr txBox="1"/>
              <p:nvPr/>
            </p:nvSpPr>
            <p:spPr>
              <a:xfrm>
                <a:off x="2567820" y="2735811"/>
                <a:ext cx="6063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kumimoji="1" lang="zh-CN" altLang="en-US" b="1" dirty="0">
                  <a:solidFill>
                    <a:schemeClr val="bg1">
                      <a:lumMod val="50000"/>
                    </a:schemeClr>
                  </a:solidFill>
                  <a:latin typeface="Bradley Hand" pitchFamily="2" charset="0"/>
                </a:endParaRPr>
              </a:p>
            </p:txBody>
          </p:sp>
        </mc:Choice>
        <mc:Fallback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0BEF7A6F-9063-C210-9ACB-7DFC6CE60A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7820" y="2735811"/>
                <a:ext cx="606392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D6402444-02D4-E290-DB2A-85ECAA195786}"/>
              </a:ext>
            </a:extLst>
          </p:cNvPr>
          <p:cNvCxnSpPr>
            <a:cxnSpLocks/>
          </p:cNvCxnSpPr>
          <p:nvPr/>
        </p:nvCxnSpPr>
        <p:spPr>
          <a:xfrm>
            <a:off x="2765809" y="2149939"/>
            <a:ext cx="136904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E148DC3A-917C-2FE4-E0BC-68AD2CD7316D}"/>
                  </a:ext>
                </a:extLst>
              </p:cNvPr>
              <p:cNvSpPr/>
              <p:nvPr/>
            </p:nvSpPr>
            <p:spPr>
              <a:xfrm>
                <a:off x="3085698" y="1930090"/>
                <a:ext cx="442761" cy="25988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kumimoji="1" lang="zh-CN" alt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E148DC3A-917C-2FE4-E0BC-68AD2CD731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5698" y="1930090"/>
                <a:ext cx="442761" cy="259881"/>
              </a:xfrm>
              <a:prstGeom prst="rect">
                <a:avLst/>
              </a:prstGeom>
              <a:blipFill>
                <a:blip r:embed="rId12"/>
                <a:stretch>
                  <a:fillRect b="-476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26E50B7C-035E-9375-2046-6600A597EA4E}"/>
                  </a:ext>
                </a:extLst>
              </p:cNvPr>
              <p:cNvSpPr/>
              <p:nvPr/>
            </p:nvSpPr>
            <p:spPr>
              <a:xfrm>
                <a:off x="2579314" y="1812965"/>
                <a:ext cx="606391" cy="25988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kumimoji="1" lang="zh-CN" altLang="en-US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26E50B7C-035E-9375-2046-6600A597EA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9314" y="1812965"/>
                <a:ext cx="606391" cy="259881"/>
              </a:xfrm>
              <a:prstGeom prst="rect">
                <a:avLst/>
              </a:prstGeom>
              <a:blipFill>
                <a:blip r:embed="rId13"/>
                <a:stretch>
                  <a:fillRect b="-3636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A0989381-C330-BD9F-DB96-D13DE0BC4474}"/>
              </a:ext>
            </a:extLst>
          </p:cNvPr>
          <p:cNvCxnSpPr>
            <a:cxnSpLocks/>
          </p:cNvCxnSpPr>
          <p:nvPr/>
        </p:nvCxnSpPr>
        <p:spPr>
          <a:xfrm rot="16200000">
            <a:off x="1837381" y="3043723"/>
            <a:ext cx="0" cy="883769"/>
          </a:xfrm>
          <a:prstGeom prst="straightConnector1">
            <a:avLst/>
          </a:prstGeom>
          <a:ln>
            <a:solidFill>
              <a:srgbClr val="00B0F0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10DDC015-93A0-0C34-F72D-D20C7DC8B21C}"/>
                  </a:ext>
                </a:extLst>
              </p:cNvPr>
              <p:cNvSpPr/>
              <p:nvPr/>
            </p:nvSpPr>
            <p:spPr>
              <a:xfrm>
                <a:off x="1515297" y="3263579"/>
                <a:ext cx="369332" cy="25988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kumimoji="1" lang="zh-CN" altLang="en-US" sz="2400" b="1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10DDC015-93A0-0C34-F72D-D20C7DC8B2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5297" y="3263579"/>
                <a:ext cx="369332" cy="25988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036E3CAC-968F-84F9-8BCE-D8FA8AD0EB7C}"/>
                  </a:ext>
                </a:extLst>
              </p:cNvPr>
              <p:cNvSpPr/>
              <p:nvPr/>
            </p:nvSpPr>
            <p:spPr>
              <a:xfrm>
                <a:off x="1218225" y="3216922"/>
                <a:ext cx="606391" cy="25988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kumimoji="1" lang="zh-CN" altLang="en-US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036E3CAC-968F-84F9-8BCE-D8FA8AD0EB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225" y="3216922"/>
                <a:ext cx="606391" cy="259881"/>
              </a:xfrm>
              <a:prstGeom prst="rect">
                <a:avLst/>
              </a:prstGeom>
              <a:blipFill>
                <a:blip r:embed="rId15"/>
                <a:stretch>
                  <a:fillRect b="-142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60934816-4161-DDBD-83BE-6E5EF3C7A4E6}"/>
              </a:ext>
            </a:extLst>
          </p:cNvPr>
          <p:cNvCxnSpPr>
            <a:cxnSpLocks/>
          </p:cNvCxnSpPr>
          <p:nvPr/>
        </p:nvCxnSpPr>
        <p:spPr>
          <a:xfrm>
            <a:off x="2627439" y="2371837"/>
            <a:ext cx="0" cy="1097280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8616EF52-B028-47F8-CB2A-967D036DCEC7}"/>
                  </a:ext>
                </a:extLst>
              </p:cNvPr>
              <p:cNvSpPr txBox="1"/>
              <p:nvPr/>
            </p:nvSpPr>
            <p:spPr>
              <a:xfrm>
                <a:off x="4253587" y="3124363"/>
                <a:ext cx="8966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𝑲</m:t>
                      </m:r>
                    </m:oMath>
                  </m:oMathPara>
                </a14:m>
                <a:endParaRPr kumimoji="1" lang="zh-CN" altLang="en-US" b="1" dirty="0">
                  <a:solidFill>
                    <a:srgbClr val="C00000"/>
                  </a:solidFill>
                  <a:latin typeface="Bradley Hand" pitchFamily="2" charset="0"/>
                </a:endParaRPr>
              </a:p>
            </p:txBody>
          </p:sp>
        </mc:Choice>
        <mc:Fallback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8616EF52-B028-47F8-CB2A-967D036DCE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3587" y="3124363"/>
                <a:ext cx="896623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曲线连接符 77">
            <a:extLst>
              <a:ext uri="{FF2B5EF4-FFF2-40B4-BE49-F238E27FC236}">
                <a16:creationId xmlns:a16="http://schemas.microsoft.com/office/drawing/2014/main" id="{B5FC5AF0-5B33-1563-4A36-F03139DA5929}"/>
              </a:ext>
            </a:extLst>
          </p:cNvPr>
          <p:cNvCxnSpPr>
            <a:cxnSpLocks/>
          </p:cNvCxnSpPr>
          <p:nvPr/>
        </p:nvCxnSpPr>
        <p:spPr>
          <a:xfrm rot="10800000" flipV="1">
            <a:off x="1622963" y="2749771"/>
            <a:ext cx="742854" cy="513808"/>
          </a:xfrm>
          <a:prstGeom prst="curvedConnector2">
            <a:avLst/>
          </a:prstGeom>
          <a:ln>
            <a:solidFill>
              <a:srgbClr val="00B0F0"/>
            </a:solidFill>
            <a:headEnd type="triangle" w="med" len="lg"/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ED61BED3-1DA7-1D57-FDD2-44246F8A745B}"/>
                  </a:ext>
                </a:extLst>
              </p:cNvPr>
              <p:cNvSpPr/>
              <p:nvPr/>
            </p:nvSpPr>
            <p:spPr>
              <a:xfrm>
                <a:off x="1796163" y="2775049"/>
                <a:ext cx="250546" cy="25988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oMath>
                  </m:oMathPara>
                </a14:m>
                <a:endParaRPr kumimoji="1" lang="zh-CN" altLang="en-US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ED61BED3-1DA7-1D57-FDD2-44246F8A74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6163" y="2775049"/>
                <a:ext cx="250546" cy="259881"/>
              </a:xfrm>
              <a:prstGeom prst="rect">
                <a:avLst/>
              </a:prstGeom>
              <a:blipFill>
                <a:blip r:embed="rId17"/>
                <a:stretch>
                  <a:fillRect l="-38095" t="-4545" r="-14286" b="-3636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矩形 25">
            <a:extLst>
              <a:ext uri="{FF2B5EF4-FFF2-40B4-BE49-F238E27FC236}">
                <a16:creationId xmlns:a16="http://schemas.microsoft.com/office/drawing/2014/main" id="{52A8D372-28F2-A8DA-9036-4846CDB307F4}"/>
              </a:ext>
            </a:extLst>
          </p:cNvPr>
          <p:cNvSpPr/>
          <p:nvPr/>
        </p:nvSpPr>
        <p:spPr>
          <a:xfrm>
            <a:off x="5134686" y="3767499"/>
            <a:ext cx="2146433" cy="13282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71D5A5D5-3F5C-8004-4B94-F09452972922}"/>
                  </a:ext>
                </a:extLst>
              </p:cNvPr>
              <p:cNvSpPr txBox="1"/>
              <p:nvPr/>
            </p:nvSpPr>
            <p:spPr>
              <a:xfrm>
                <a:off x="6536006" y="4737833"/>
                <a:ext cx="8966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</m:oMath>
                  </m:oMathPara>
                </a14:m>
                <a:endParaRPr kumimoji="1" lang="zh-CN" altLang="en-US" b="1" dirty="0">
                  <a:solidFill>
                    <a:srgbClr val="C00000"/>
                  </a:solidFill>
                  <a:latin typeface="Bradley Hand" pitchFamily="2" charset="0"/>
                </a:endParaRPr>
              </a:p>
            </p:txBody>
          </p:sp>
        </mc:Choice>
        <mc:Fallback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71D5A5D5-3F5C-8004-4B94-F094529729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006" y="4737833"/>
                <a:ext cx="896623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69C38686-D0FF-CA07-F3C5-137A6034A087}"/>
                  </a:ext>
                </a:extLst>
              </p:cNvPr>
              <p:cNvSpPr txBox="1"/>
              <p:nvPr/>
            </p:nvSpPr>
            <p:spPr>
              <a:xfrm>
                <a:off x="5032053" y="4277994"/>
                <a:ext cx="6063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𝒕𝑴</m:t>
                      </m:r>
                    </m:oMath>
                  </m:oMathPara>
                </a14:m>
                <a:endParaRPr kumimoji="1" lang="zh-CN" altLang="en-US" b="1" dirty="0">
                  <a:solidFill>
                    <a:schemeClr val="bg1">
                      <a:lumMod val="50000"/>
                    </a:schemeClr>
                  </a:solidFill>
                  <a:latin typeface="Bradley Hand" pitchFamily="2" charset="0"/>
                </a:endParaRPr>
              </a:p>
            </p:txBody>
          </p:sp>
        </mc:Choice>
        <mc:Fallback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69C38686-D0FF-CA07-F3C5-137A6034A0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2053" y="4277994"/>
                <a:ext cx="606392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9B06271D-5037-FE1D-87B9-665A4F481BBE}"/>
                  </a:ext>
                </a:extLst>
              </p:cNvPr>
              <p:cNvSpPr txBox="1"/>
              <p:nvPr/>
            </p:nvSpPr>
            <p:spPr>
              <a:xfrm>
                <a:off x="5834251" y="3760239"/>
                <a:ext cx="6063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𝒕𝑵</m:t>
                      </m:r>
                    </m:oMath>
                  </m:oMathPara>
                </a14:m>
                <a:endParaRPr kumimoji="1" lang="zh-CN" altLang="en-US" b="1" dirty="0">
                  <a:solidFill>
                    <a:schemeClr val="bg1">
                      <a:lumMod val="50000"/>
                    </a:schemeClr>
                  </a:solidFill>
                  <a:latin typeface="Bradley Hand" pitchFamily="2" charset="0"/>
                </a:endParaRPr>
              </a:p>
            </p:txBody>
          </p:sp>
        </mc:Choice>
        <mc:Fallback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9B06271D-5037-FE1D-87B9-665A4F481B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4251" y="3760239"/>
                <a:ext cx="606392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>
            <a:extLst>
              <a:ext uri="{FF2B5EF4-FFF2-40B4-BE49-F238E27FC236}">
                <a16:creationId xmlns:a16="http://schemas.microsoft.com/office/drawing/2014/main" id="{37CA7966-43BA-CAA4-64E9-C5F8355E704D}"/>
              </a:ext>
            </a:extLst>
          </p:cNvPr>
          <p:cNvSpPr/>
          <p:nvPr/>
        </p:nvSpPr>
        <p:spPr>
          <a:xfrm>
            <a:off x="1392503" y="4047644"/>
            <a:ext cx="1097280" cy="178374"/>
          </a:xfrm>
          <a:prstGeom prst="rect">
            <a:avLst/>
          </a:prstGeom>
          <a:pattFill prst="wdDnDiag">
            <a:fgClr>
              <a:schemeClr val="accent4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5ED388D-91E0-6C21-AA12-7A1532F5FA41}"/>
              </a:ext>
            </a:extLst>
          </p:cNvPr>
          <p:cNvSpPr/>
          <p:nvPr/>
        </p:nvSpPr>
        <p:spPr>
          <a:xfrm>
            <a:off x="3342979" y="2384625"/>
            <a:ext cx="177788" cy="1097280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6CC5CC37-575E-DA31-1A57-4678FA8B875C}"/>
              </a:ext>
            </a:extLst>
          </p:cNvPr>
          <p:cNvCxnSpPr>
            <a:cxnSpLocks/>
          </p:cNvCxnSpPr>
          <p:nvPr/>
        </p:nvCxnSpPr>
        <p:spPr>
          <a:xfrm flipH="1">
            <a:off x="3327690" y="2323408"/>
            <a:ext cx="7338" cy="290405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AFB835CC-A9B0-363F-185F-9690C6F24041}"/>
              </a:ext>
            </a:extLst>
          </p:cNvPr>
          <p:cNvCxnSpPr>
            <a:cxnSpLocks/>
          </p:cNvCxnSpPr>
          <p:nvPr/>
        </p:nvCxnSpPr>
        <p:spPr>
          <a:xfrm>
            <a:off x="3521172" y="2323408"/>
            <a:ext cx="0" cy="290405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3C58A288-AC45-E99A-FE94-C988A85E9DD3}"/>
              </a:ext>
            </a:extLst>
          </p:cNvPr>
          <p:cNvSpPr/>
          <p:nvPr/>
        </p:nvSpPr>
        <p:spPr>
          <a:xfrm>
            <a:off x="3338815" y="4047644"/>
            <a:ext cx="181951" cy="178374"/>
          </a:xfrm>
          <a:prstGeom prst="rect">
            <a:avLst/>
          </a:prstGeom>
          <a:pattFill prst="dkDnDiag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952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B30D74B9-EA01-08D5-6C15-FBB3C4CD1AC6}"/>
                  </a:ext>
                </a:extLst>
              </p:cNvPr>
              <p:cNvSpPr txBox="1"/>
              <p:nvPr/>
            </p:nvSpPr>
            <p:spPr>
              <a:xfrm>
                <a:off x="3411590" y="3806550"/>
                <a:ext cx="431800" cy="3583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kumimoji="1"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kumimoji="1" lang="zh-CN" altLang="en-US" sz="1600" dirty="0"/>
              </a:p>
            </p:txBody>
          </p:sp>
        </mc:Choice>
        <mc:Fallback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B30D74B9-EA01-08D5-6C15-FBB3C4CD1A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1590" y="3806550"/>
                <a:ext cx="431800" cy="358368"/>
              </a:xfrm>
              <a:prstGeom prst="rect">
                <a:avLst/>
              </a:prstGeom>
              <a:blipFill>
                <a:blip r:embed="rId21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矩形 42">
            <a:extLst>
              <a:ext uri="{FF2B5EF4-FFF2-40B4-BE49-F238E27FC236}">
                <a16:creationId xmlns:a16="http://schemas.microsoft.com/office/drawing/2014/main" id="{CF338396-8241-87FA-F454-BC7F411692B8}"/>
              </a:ext>
            </a:extLst>
          </p:cNvPr>
          <p:cNvSpPr/>
          <p:nvPr/>
        </p:nvSpPr>
        <p:spPr>
          <a:xfrm rot="16200000">
            <a:off x="9499351" y="1731757"/>
            <a:ext cx="2146433" cy="13282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4" name="直线箭头连接符 43">
            <a:extLst>
              <a:ext uri="{FF2B5EF4-FFF2-40B4-BE49-F238E27FC236}">
                <a16:creationId xmlns:a16="http://schemas.microsoft.com/office/drawing/2014/main" id="{9F034C9D-0D73-C9CE-988B-C00A8E7660B8}"/>
              </a:ext>
            </a:extLst>
          </p:cNvPr>
          <p:cNvCxnSpPr>
            <a:cxnSpLocks/>
          </p:cNvCxnSpPr>
          <p:nvPr/>
        </p:nvCxnSpPr>
        <p:spPr>
          <a:xfrm flipH="1">
            <a:off x="7602635" y="3633159"/>
            <a:ext cx="2146433" cy="0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线箭头连接符 44">
            <a:extLst>
              <a:ext uri="{FF2B5EF4-FFF2-40B4-BE49-F238E27FC236}">
                <a16:creationId xmlns:a16="http://schemas.microsoft.com/office/drawing/2014/main" id="{278ACD00-288C-A4A1-B3D5-EAA0F3F1A992}"/>
              </a:ext>
            </a:extLst>
          </p:cNvPr>
          <p:cNvCxnSpPr>
            <a:cxnSpLocks/>
          </p:cNvCxnSpPr>
          <p:nvPr/>
        </p:nvCxnSpPr>
        <p:spPr>
          <a:xfrm rot="5400000" flipH="1">
            <a:off x="8619967" y="2410338"/>
            <a:ext cx="2146433" cy="0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A0632E58-AC16-1519-F7A4-E484F97922F6}"/>
              </a:ext>
            </a:extLst>
          </p:cNvPr>
          <p:cNvCxnSpPr>
            <a:cxnSpLocks/>
          </p:cNvCxnSpPr>
          <p:nvPr/>
        </p:nvCxnSpPr>
        <p:spPr>
          <a:xfrm>
            <a:off x="7608603" y="3483428"/>
            <a:ext cx="136904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43C47B6C-6A0E-5CF4-A79E-CFD94528DB20}"/>
                  </a:ext>
                </a:extLst>
              </p:cNvPr>
              <p:cNvSpPr/>
              <p:nvPr/>
            </p:nvSpPr>
            <p:spPr>
              <a:xfrm>
                <a:off x="7928492" y="3255628"/>
                <a:ext cx="442761" cy="25988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kumimoji="1" lang="zh-CN" alt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43C47B6C-6A0E-5CF4-A79E-CFD94528DB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8492" y="3255628"/>
                <a:ext cx="442761" cy="259881"/>
              </a:xfrm>
              <a:prstGeom prst="rect">
                <a:avLst/>
              </a:prstGeom>
              <a:blipFill>
                <a:blip r:embed="rId22"/>
                <a:stretch>
                  <a:fillRect b="-476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692D0811-6AA2-B08A-8883-C3B4947C8492}"/>
                  </a:ext>
                </a:extLst>
              </p:cNvPr>
              <p:cNvSpPr/>
              <p:nvPr/>
            </p:nvSpPr>
            <p:spPr>
              <a:xfrm>
                <a:off x="7422108" y="3146454"/>
                <a:ext cx="606391" cy="25988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kumimoji="1" lang="zh-CN" altLang="en-US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692D0811-6AA2-B08A-8883-C3B4947C84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2108" y="3146454"/>
                <a:ext cx="606391" cy="259881"/>
              </a:xfrm>
              <a:prstGeom prst="rect">
                <a:avLst/>
              </a:prstGeom>
              <a:blipFill>
                <a:blip r:embed="rId23"/>
                <a:stretch>
                  <a:fillRect b="-3636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0CC1C3EA-0BB3-3683-91A9-8AF05071B264}"/>
                  </a:ext>
                </a:extLst>
              </p:cNvPr>
              <p:cNvSpPr txBox="1"/>
              <p:nvPr/>
            </p:nvSpPr>
            <p:spPr>
              <a:xfrm>
                <a:off x="10604838" y="3107471"/>
                <a:ext cx="8966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𝑽</m:t>
                      </m:r>
                    </m:oMath>
                  </m:oMathPara>
                </a14:m>
                <a:endParaRPr kumimoji="1" lang="zh-CN" altLang="en-US" b="1" dirty="0">
                  <a:solidFill>
                    <a:srgbClr val="C00000"/>
                  </a:solidFill>
                  <a:latin typeface="Bradley Hand" pitchFamily="2" charset="0"/>
                </a:endParaRPr>
              </a:p>
            </p:txBody>
          </p:sp>
        </mc:Choice>
        <mc:Fallback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0CC1C3EA-0BB3-3683-91A9-8AF05071B2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4838" y="3107471"/>
                <a:ext cx="896623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矩形 58">
            <a:extLst>
              <a:ext uri="{FF2B5EF4-FFF2-40B4-BE49-F238E27FC236}">
                <a16:creationId xmlns:a16="http://schemas.microsoft.com/office/drawing/2014/main" id="{DBDD589E-5C65-5213-B63A-1D1D817C80A9}"/>
              </a:ext>
            </a:extLst>
          </p:cNvPr>
          <p:cNvSpPr/>
          <p:nvPr/>
        </p:nvSpPr>
        <p:spPr>
          <a:xfrm rot="16200000">
            <a:off x="9915405" y="3770020"/>
            <a:ext cx="1346003" cy="1328286"/>
          </a:xfrm>
          <a:prstGeom prst="rect">
            <a:avLst/>
          </a:prstGeom>
          <a:solidFill>
            <a:srgbClr val="FFD579"/>
          </a:solidFill>
          <a:ln w="127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61" name="直线箭头连接符 60">
            <a:extLst>
              <a:ext uri="{FF2B5EF4-FFF2-40B4-BE49-F238E27FC236}">
                <a16:creationId xmlns:a16="http://schemas.microsoft.com/office/drawing/2014/main" id="{F6E73FDA-40CF-C1F0-370A-26D033BDAE82}"/>
              </a:ext>
            </a:extLst>
          </p:cNvPr>
          <p:cNvCxnSpPr>
            <a:cxnSpLocks/>
          </p:cNvCxnSpPr>
          <p:nvPr/>
        </p:nvCxnSpPr>
        <p:spPr>
          <a:xfrm rot="5400000">
            <a:off x="8825903" y="2020444"/>
            <a:ext cx="136904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02EEF3C4-27B4-31EB-2EF4-85FA45520B6C}"/>
                  </a:ext>
                </a:extLst>
              </p:cNvPr>
              <p:cNvSpPr/>
              <p:nvPr/>
            </p:nvSpPr>
            <p:spPr>
              <a:xfrm rot="5400000">
                <a:off x="9386903" y="1747252"/>
                <a:ext cx="442761" cy="25988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kumimoji="1" lang="zh-CN" alt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02EEF3C4-27B4-31EB-2EF4-85FA45520B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9386903" y="1747252"/>
                <a:ext cx="442761" cy="259881"/>
              </a:xfrm>
              <a:prstGeom prst="rect">
                <a:avLst/>
              </a:prstGeom>
              <a:blipFill>
                <a:blip r:embed="rId25"/>
                <a:stretch>
                  <a:fillRect l="-476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3BF3C942-9571-0F62-5AB8-E5330E848D59}"/>
                  </a:ext>
                </a:extLst>
              </p:cNvPr>
              <p:cNvSpPr/>
              <p:nvPr/>
            </p:nvSpPr>
            <p:spPr>
              <a:xfrm>
                <a:off x="9135128" y="1322683"/>
                <a:ext cx="606391" cy="25988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kumimoji="1" lang="zh-CN" altLang="en-US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3BF3C942-9571-0F62-5AB8-E5330E848D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5128" y="1322683"/>
                <a:ext cx="606391" cy="259881"/>
              </a:xfrm>
              <a:prstGeom prst="rect">
                <a:avLst/>
              </a:prstGeom>
              <a:blipFill>
                <a:blip r:embed="rId26"/>
                <a:stretch>
                  <a:fillRect b="-3809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6B1145E2-861E-B3F9-3C8B-2C670AD5F466}"/>
                  </a:ext>
                </a:extLst>
              </p:cNvPr>
              <p:cNvSpPr txBox="1"/>
              <p:nvPr/>
            </p:nvSpPr>
            <p:spPr>
              <a:xfrm>
                <a:off x="10512442" y="4747427"/>
                <a:ext cx="10619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𝑶</m:t>
                      </m:r>
                    </m:oMath>
                  </m:oMathPara>
                </a14:m>
                <a:endParaRPr kumimoji="1" lang="zh-CN" altLang="en-US" b="1" dirty="0">
                  <a:solidFill>
                    <a:srgbClr val="C00000"/>
                  </a:solidFill>
                  <a:latin typeface="Bradley Hand" pitchFamily="2" charset="0"/>
                </a:endParaRPr>
              </a:p>
            </p:txBody>
          </p:sp>
        </mc:Choice>
        <mc:Fallback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6B1145E2-861E-B3F9-3C8B-2C670AD5F4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2442" y="4747427"/>
                <a:ext cx="1061922" cy="36933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50DDD1DA-42B3-98E2-B42C-4247308787A3}"/>
                  </a:ext>
                </a:extLst>
              </p:cNvPr>
              <p:cNvSpPr txBox="1"/>
              <p:nvPr/>
            </p:nvSpPr>
            <p:spPr>
              <a:xfrm>
                <a:off x="9804588" y="2189971"/>
                <a:ext cx="6063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𝒕𝑵</m:t>
                      </m:r>
                    </m:oMath>
                  </m:oMathPara>
                </a14:m>
                <a:endParaRPr kumimoji="1" lang="zh-CN" altLang="en-US" b="1" dirty="0">
                  <a:solidFill>
                    <a:schemeClr val="bg1">
                      <a:lumMod val="50000"/>
                    </a:schemeClr>
                  </a:solidFill>
                  <a:latin typeface="Bradley Hand" pitchFamily="2" charset="0"/>
                </a:endParaRPr>
              </a:p>
            </p:txBody>
          </p:sp>
        </mc:Choice>
        <mc:Fallback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50DDD1DA-42B3-98E2-B42C-424730878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4588" y="2189971"/>
                <a:ext cx="606392" cy="36933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BFEC0603-DBBB-1E39-FC78-B3CCC439E725}"/>
                  </a:ext>
                </a:extLst>
              </p:cNvPr>
              <p:cNvSpPr txBox="1"/>
              <p:nvPr/>
            </p:nvSpPr>
            <p:spPr>
              <a:xfrm>
                <a:off x="10128374" y="1287435"/>
                <a:ext cx="6063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kumimoji="1" lang="zh-CN" altLang="en-US" b="1" dirty="0">
                  <a:solidFill>
                    <a:schemeClr val="bg1">
                      <a:lumMod val="50000"/>
                    </a:schemeClr>
                  </a:solidFill>
                  <a:latin typeface="Bradley Hand" pitchFamily="2" charset="0"/>
                </a:endParaRPr>
              </a:p>
            </p:txBody>
          </p:sp>
        </mc:Choice>
        <mc:Fallback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BFEC0603-DBBB-1E39-FC78-B3CCC439E7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8374" y="1287435"/>
                <a:ext cx="606392" cy="369332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F7BD5741-7A7B-C295-8DCF-8B4B1DFC95AE}"/>
                  </a:ext>
                </a:extLst>
              </p:cNvPr>
              <p:cNvSpPr txBox="1"/>
              <p:nvPr/>
            </p:nvSpPr>
            <p:spPr>
              <a:xfrm>
                <a:off x="9839313" y="4277994"/>
                <a:ext cx="6063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𝒕𝑴</m:t>
                      </m:r>
                    </m:oMath>
                  </m:oMathPara>
                </a14:m>
                <a:endParaRPr kumimoji="1" lang="zh-CN" altLang="en-US" b="1" dirty="0">
                  <a:solidFill>
                    <a:schemeClr val="bg1">
                      <a:lumMod val="50000"/>
                    </a:schemeClr>
                  </a:solidFill>
                  <a:latin typeface="Bradley Hand" pitchFamily="2" charset="0"/>
                </a:endParaRPr>
              </a:p>
            </p:txBody>
          </p:sp>
        </mc:Choice>
        <mc:Fallback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F7BD5741-7A7B-C295-8DCF-8B4B1DFC95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9313" y="4277994"/>
                <a:ext cx="606392" cy="369332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E819467D-D642-9A96-63DC-B4A9B325F299}"/>
                  </a:ext>
                </a:extLst>
              </p:cNvPr>
              <p:cNvSpPr txBox="1"/>
              <p:nvPr/>
            </p:nvSpPr>
            <p:spPr>
              <a:xfrm>
                <a:off x="10170230" y="3742783"/>
                <a:ext cx="6063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kumimoji="1" lang="zh-CN" altLang="en-US" b="1" dirty="0">
                  <a:solidFill>
                    <a:schemeClr val="bg1">
                      <a:lumMod val="50000"/>
                    </a:schemeClr>
                  </a:solidFill>
                  <a:latin typeface="Bradley Hand" pitchFamily="2" charset="0"/>
                </a:endParaRPr>
              </a:p>
            </p:txBody>
          </p:sp>
        </mc:Choice>
        <mc:Fallback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E819467D-D642-9A96-63DC-B4A9B325F2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0230" y="3742783"/>
                <a:ext cx="606392" cy="3693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矩形 73">
            <a:extLst>
              <a:ext uri="{FF2B5EF4-FFF2-40B4-BE49-F238E27FC236}">
                <a16:creationId xmlns:a16="http://schemas.microsoft.com/office/drawing/2014/main" id="{3A5BC3F7-C8E1-4466-7B17-C3D16080E1FB}"/>
              </a:ext>
            </a:extLst>
          </p:cNvPr>
          <p:cNvSpPr/>
          <p:nvPr/>
        </p:nvSpPr>
        <p:spPr>
          <a:xfrm>
            <a:off x="7619148" y="3767499"/>
            <a:ext cx="2146433" cy="132828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82" name="曲线连接符 81">
            <a:extLst>
              <a:ext uri="{FF2B5EF4-FFF2-40B4-BE49-F238E27FC236}">
                <a16:creationId xmlns:a16="http://schemas.microsoft.com/office/drawing/2014/main" id="{01852072-2AB8-5D63-615B-7F050D701CA5}"/>
              </a:ext>
            </a:extLst>
          </p:cNvPr>
          <p:cNvCxnSpPr>
            <a:cxnSpLocks/>
          </p:cNvCxnSpPr>
          <p:nvPr/>
        </p:nvCxnSpPr>
        <p:spPr>
          <a:xfrm rot="10800000" flipV="1">
            <a:off x="8082499" y="1896443"/>
            <a:ext cx="1320519" cy="1386386"/>
          </a:xfrm>
          <a:prstGeom prst="curvedConnector2">
            <a:avLst/>
          </a:prstGeom>
          <a:ln w="38100">
            <a:solidFill>
              <a:srgbClr val="FF0000"/>
            </a:solidFill>
            <a:headEnd type="triangle" w="med" len="lg"/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49B1C59A-36D6-7B03-3B1D-130030C39E10}"/>
                  </a:ext>
                </a:extLst>
              </p:cNvPr>
              <p:cNvSpPr/>
              <p:nvPr/>
            </p:nvSpPr>
            <p:spPr>
              <a:xfrm>
                <a:off x="8438240" y="2164892"/>
                <a:ext cx="250546" cy="25988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oMath>
                  </m:oMathPara>
                </a14:m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49B1C59A-36D6-7B03-3B1D-130030C39E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8240" y="2164892"/>
                <a:ext cx="250546" cy="259881"/>
              </a:xfrm>
              <a:prstGeom prst="rect">
                <a:avLst/>
              </a:prstGeom>
              <a:blipFill>
                <a:blip r:embed="rId32"/>
                <a:stretch>
                  <a:fillRect l="-40000" t="-4545" r="-15000" b="-3636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矩形 28">
            <a:extLst>
              <a:ext uri="{FF2B5EF4-FFF2-40B4-BE49-F238E27FC236}">
                <a16:creationId xmlns:a16="http://schemas.microsoft.com/office/drawing/2014/main" id="{61484CBB-9F2F-0690-1796-0390684598BC}"/>
              </a:ext>
            </a:extLst>
          </p:cNvPr>
          <p:cNvSpPr/>
          <p:nvPr/>
        </p:nvSpPr>
        <p:spPr>
          <a:xfrm>
            <a:off x="7619148" y="4042581"/>
            <a:ext cx="2146433" cy="183437"/>
          </a:xfrm>
          <a:prstGeom prst="rect">
            <a:avLst/>
          </a:prstGeom>
          <a:pattFill prst="wdDn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7750F2BF-3D9C-3B06-4C79-A27F16386317}"/>
              </a:ext>
            </a:extLst>
          </p:cNvPr>
          <p:cNvSpPr/>
          <p:nvPr/>
        </p:nvSpPr>
        <p:spPr>
          <a:xfrm rot="16200000">
            <a:off x="9677468" y="2296219"/>
            <a:ext cx="2146433" cy="199360"/>
          </a:xfrm>
          <a:prstGeom prst="rect">
            <a:avLst/>
          </a:prstGeom>
          <a:pattFill prst="wdDn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60" name="直线连接符 59">
            <a:extLst>
              <a:ext uri="{FF2B5EF4-FFF2-40B4-BE49-F238E27FC236}">
                <a16:creationId xmlns:a16="http://schemas.microsoft.com/office/drawing/2014/main" id="{0BD952E2-F123-A377-9744-E50F5C4BC596}"/>
              </a:ext>
            </a:extLst>
          </p:cNvPr>
          <p:cNvCxnSpPr>
            <a:cxnSpLocks/>
          </p:cNvCxnSpPr>
          <p:nvPr/>
        </p:nvCxnSpPr>
        <p:spPr>
          <a:xfrm flipH="1">
            <a:off x="10651004" y="1204733"/>
            <a:ext cx="2169" cy="4022725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7CA7E9A0-6712-F0C8-9E12-905021384F1F}"/>
              </a:ext>
            </a:extLst>
          </p:cNvPr>
          <p:cNvCxnSpPr>
            <a:cxnSpLocks/>
          </p:cNvCxnSpPr>
          <p:nvPr/>
        </p:nvCxnSpPr>
        <p:spPr>
          <a:xfrm flipH="1">
            <a:off x="10850354" y="1204733"/>
            <a:ext cx="11" cy="4022725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007E9AD6-116D-96B8-6A1D-CACD207CE79B}"/>
                  </a:ext>
                </a:extLst>
              </p:cNvPr>
              <p:cNvSpPr txBox="1"/>
              <p:nvPr/>
            </p:nvSpPr>
            <p:spPr>
              <a:xfrm>
                <a:off x="2505157" y="4317418"/>
                <a:ext cx="2276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kumimoji="1"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007E9AD6-116D-96B8-6A1D-CACD207CE7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5157" y="4317418"/>
                <a:ext cx="227626" cy="276999"/>
              </a:xfrm>
              <a:prstGeom prst="rect">
                <a:avLst/>
              </a:prstGeom>
              <a:blipFill>
                <a:blip r:embed="rId33"/>
                <a:stretch>
                  <a:fillRect l="-15789" r="-10526"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61F7CF61-131C-7377-5241-F62A5A08A0B6}"/>
                  </a:ext>
                </a:extLst>
              </p:cNvPr>
              <p:cNvSpPr txBox="1"/>
              <p:nvPr/>
            </p:nvSpPr>
            <p:spPr>
              <a:xfrm>
                <a:off x="4877144" y="4317418"/>
                <a:ext cx="2372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kumimoji="1"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61F7CF61-131C-7377-5241-F62A5A08A0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7144" y="4317418"/>
                <a:ext cx="237244" cy="276999"/>
              </a:xfrm>
              <a:prstGeom prst="rect">
                <a:avLst/>
              </a:prstGeom>
              <a:blipFill>
                <a:blip r:embed="rId34"/>
                <a:stretch>
                  <a:fillRect l="-21053" r="-15789"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D4E1CEC3-F39F-F0C7-04BC-6166D73B0103}"/>
              </a:ext>
            </a:extLst>
          </p:cNvPr>
          <p:cNvCxnSpPr>
            <a:cxnSpLocks/>
          </p:cNvCxnSpPr>
          <p:nvPr/>
        </p:nvCxnSpPr>
        <p:spPr>
          <a:xfrm>
            <a:off x="1363013" y="4037185"/>
            <a:ext cx="10241735" cy="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8354AA36-08CC-4AA9-016B-B8CF7453AEE8}"/>
              </a:ext>
            </a:extLst>
          </p:cNvPr>
          <p:cNvCxnSpPr>
            <a:cxnSpLocks/>
          </p:cNvCxnSpPr>
          <p:nvPr/>
        </p:nvCxnSpPr>
        <p:spPr>
          <a:xfrm flipV="1">
            <a:off x="1363013" y="4212683"/>
            <a:ext cx="10241735" cy="2209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双中括号 96">
            <a:extLst>
              <a:ext uri="{FF2B5EF4-FFF2-40B4-BE49-F238E27FC236}">
                <a16:creationId xmlns:a16="http://schemas.microsoft.com/office/drawing/2014/main" id="{D2F6EAD7-217F-9629-F5AF-D10CC8461983}"/>
              </a:ext>
            </a:extLst>
          </p:cNvPr>
          <p:cNvSpPr/>
          <p:nvPr/>
        </p:nvSpPr>
        <p:spPr>
          <a:xfrm>
            <a:off x="7529177" y="3742783"/>
            <a:ext cx="2310136" cy="1424961"/>
          </a:xfrm>
          <a:prstGeom prst="bracketPair">
            <a:avLst>
              <a:gd name="adj" fmla="val 3997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85B6841F-844A-0621-E45A-9B2F791582E4}"/>
                  </a:ext>
                </a:extLst>
              </p:cNvPr>
              <p:cNvSpPr txBox="1"/>
              <p:nvPr/>
            </p:nvSpPr>
            <p:spPr>
              <a:xfrm rot="16200000">
                <a:off x="7114855" y="4332807"/>
                <a:ext cx="58669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600" b="1" i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𝐧𝐨𝐫𝐦</m:t>
                      </m:r>
                    </m:oMath>
                  </m:oMathPara>
                </a14:m>
                <a:endParaRPr kumimoji="1"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85B6841F-844A-0621-E45A-9B2F791582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114855" y="4332807"/>
                <a:ext cx="586699" cy="246221"/>
              </a:xfrm>
              <a:prstGeom prst="rect">
                <a:avLst/>
              </a:prstGeom>
              <a:blipFill>
                <a:blip r:embed="rId35"/>
                <a:stretch>
                  <a:fillRect t="-4255" b="-42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06A8D12C-1FC0-1BBC-3595-4925ED81BC42}"/>
              </a:ext>
            </a:extLst>
          </p:cNvPr>
          <p:cNvCxnSpPr>
            <a:cxnSpLocks/>
          </p:cNvCxnSpPr>
          <p:nvPr/>
        </p:nvCxnSpPr>
        <p:spPr>
          <a:xfrm>
            <a:off x="1290195" y="3750004"/>
            <a:ext cx="0" cy="1328286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文本框 112">
            <a:extLst>
              <a:ext uri="{FF2B5EF4-FFF2-40B4-BE49-F238E27FC236}">
                <a16:creationId xmlns:a16="http://schemas.microsoft.com/office/drawing/2014/main" id="{D1948962-251F-CAAF-6252-75AB3EA1ADF0}"/>
              </a:ext>
            </a:extLst>
          </p:cNvPr>
          <p:cNvSpPr txBox="1"/>
          <p:nvPr/>
        </p:nvSpPr>
        <p:spPr>
          <a:xfrm>
            <a:off x="2787237" y="5248662"/>
            <a:ext cx="1248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Bradley Hand" pitchFamily="2" charset="0"/>
              </a:rPr>
              <a:t>(1) </a:t>
            </a:r>
            <a:r>
              <a:rPr kumimoji="1" lang="en-US" altLang="zh-CN" dirty="0" err="1">
                <a:latin typeface="Bradley Hand" pitchFamily="2" charset="0"/>
              </a:rPr>
              <a:t>mma</a:t>
            </a:r>
            <a:endParaRPr kumimoji="1" lang="zh-CN" altLang="en-US" dirty="0">
              <a:latin typeface="Bradley Hand" pitchFamily="2" charset="0"/>
            </a:endParaRP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5000307D-1C70-5B1D-78D0-38DA0569AC48}"/>
              </a:ext>
            </a:extLst>
          </p:cNvPr>
          <p:cNvSpPr txBox="1"/>
          <p:nvPr/>
        </p:nvSpPr>
        <p:spPr>
          <a:xfrm>
            <a:off x="5114388" y="5248662"/>
            <a:ext cx="213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Bradley Hand" pitchFamily="2" charset="0"/>
              </a:rPr>
              <a:t>(2) Apply mask</a:t>
            </a:r>
            <a:endParaRPr kumimoji="1" lang="zh-CN" altLang="en-US" dirty="0">
              <a:latin typeface="Bradley Hand" pitchFamily="2" charset="0"/>
            </a:endParaRP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20EFB13D-85BF-AFCD-1251-EA36782C82A2}"/>
              </a:ext>
            </a:extLst>
          </p:cNvPr>
          <p:cNvSpPr txBox="1"/>
          <p:nvPr/>
        </p:nvSpPr>
        <p:spPr>
          <a:xfrm>
            <a:off x="7544670" y="5248662"/>
            <a:ext cx="213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Bradley Hand" pitchFamily="2" charset="0"/>
              </a:rPr>
              <a:t>(3) Normalization</a:t>
            </a:r>
            <a:endParaRPr kumimoji="1" lang="zh-CN" altLang="en-US" dirty="0">
              <a:latin typeface="Bradley Hand" pitchFamily="2" charset="0"/>
            </a:endParaRP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BFA05D68-CB2C-CF4A-4BC6-541F55EBDC76}"/>
              </a:ext>
            </a:extLst>
          </p:cNvPr>
          <p:cNvSpPr txBox="1"/>
          <p:nvPr/>
        </p:nvSpPr>
        <p:spPr>
          <a:xfrm>
            <a:off x="10073226" y="5248662"/>
            <a:ext cx="1175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Bradley Hand" pitchFamily="2" charset="0"/>
              </a:rPr>
              <a:t>(4) </a:t>
            </a:r>
            <a:r>
              <a:rPr kumimoji="1" lang="en-US" altLang="zh-CN" dirty="0" err="1">
                <a:latin typeface="Bradley Hand" pitchFamily="2" charset="0"/>
              </a:rPr>
              <a:t>mma</a:t>
            </a:r>
            <a:endParaRPr kumimoji="1" lang="zh-CN" altLang="en-US" dirty="0">
              <a:latin typeface="Bradley Hand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7" name="文本框 116">
                <a:extLst>
                  <a:ext uri="{FF2B5EF4-FFF2-40B4-BE49-F238E27FC236}">
                    <a16:creationId xmlns:a16="http://schemas.microsoft.com/office/drawing/2014/main" id="{36807F1E-991B-B9DD-B287-70EE885CA7BD}"/>
                  </a:ext>
                </a:extLst>
              </p:cNvPr>
              <p:cNvSpPr txBox="1"/>
              <p:nvPr/>
            </p:nvSpPr>
            <p:spPr>
              <a:xfrm>
                <a:off x="4212738" y="4734676"/>
                <a:ext cx="8966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kumimoji="1" lang="zh-CN" altLang="en-US" b="1" dirty="0">
                  <a:solidFill>
                    <a:srgbClr val="C00000"/>
                  </a:solidFill>
                  <a:latin typeface="Bradley Hand" pitchFamily="2" charset="0"/>
                </a:endParaRPr>
              </a:p>
            </p:txBody>
          </p:sp>
        </mc:Choice>
        <mc:Fallback>
          <p:sp>
            <p:nvSpPr>
              <p:cNvPr id="117" name="文本框 116">
                <a:extLst>
                  <a:ext uri="{FF2B5EF4-FFF2-40B4-BE49-F238E27FC236}">
                    <a16:creationId xmlns:a16="http://schemas.microsoft.com/office/drawing/2014/main" id="{36807F1E-991B-B9DD-B287-70EE885CA7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2738" y="4734676"/>
                <a:ext cx="896623" cy="369332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8" name="文本框 117">
                <a:extLst>
                  <a:ext uri="{FF2B5EF4-FFF2-40B4-BE49-F238E27FC236}">
                    <a16:creationId xmlns:a16="http://schemas.microsoft.com/office/drawing/2014/main" id="{0E8B4D23-2386-9586-6C5C-0B908EC13FC7}"/>
                  </a:ext>
                </a:extLst>
              </p:cNvPr>
              <p:cNvSpPr txBox="1"/>
              <p:nvPr/>
            </p:nvSpPr>
            <p:spPr>
              <a:xfrm>
                <a:off x="9113656" y="4780513"/>
                <a:ext cx="8966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</m:oMath>
                  </m:oMathPara>
                </a14:m>
                <a:endParaRPr kumimoji="1" lang="zh-CN" altLang="en-US" b="1" dirty="0">
                  <a:solidFill>
                    <a:srgbClr val="C00000"/>
                  </a:solidFill>
                  <a:latin typeface="Bradley Hand" pitchFamily="2" charset="0"/>
                </a:endParaRPr>
              </a:p>
            </p:txBody>
          </p:sp>
        </mc:Choice>
        <mc:Fallback>
          <p:sp>
            <p:nvSpPr>
              <p:cNvPr id="118" name="文本框 117">
                <a:extLst>
                  <a:ext uri="{FF2B5EF4-FFF2-40B4-BE49-F238E27FC236}">
                    <a16:creationId xmlns:a16="http://schemas.microsoft.com/office/drawing/2014/main" id="{0E8B4D23-2386-9586-6C5C-0B908EC13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3656" y="4780513"/>
                <a:ext cx="896623" cy="3693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9" name="矩形 118">
            <a:extLst>
              <a:ext uri="{FF2B5EF4-FFF2-40B4-BE49-F238E27FC236}">
                <a16:creationId xmlns:a16="http://schemas.microsoft.com/office/drawing/2014/main" id="{9569535F-20BA-9096-152B-33CDEF2E19AE}"/>
              </a:ext>
            </a:extLst>
          </p:cNvPr>
          <p:cNvSpPr/>
          <p:nvPr/>
        </p:nvSpPr>
        <p:spPr>
          <a:xfrm>
            <a:off x="10654164" y="4035040"/>
            <a:ext cx="194021" cy="185594"/>
          </a:xfrm>
          <a:prstGeom prst="rect">
            <a:avLst/>
          </a:prstGeom>
          <a:pattFill prst="dkDnDiag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952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0" name="文本框 119">
                <a:extLst>
                  <a:ext uri="{FF2B5EF4-FFF2-40B4-BE49-F238E27FC236}">
                    <a16:creationId xmlns:a16="http://schemas.microsoft.com/office/drawing/2014/main" id="{8F12F9A8-4F14-8995-387F-7FECC8D6F9D0}"/>
                  </a:ext>
                </a:extLst>
              </p:cNvPr>
              <p:cNvSpPr txBox="1"/>
              <p:nvPr/>
            </p:nvSpPr>
            <p:spPr>
              <a:xfrm>
                <a:off x="10774783" y="3777998"/>
                <a:ext cx="431800" cy="3583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kumimoji="1"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kumimoji="1" lang="zh-CN" altLang="en-US" sz="1600" dirty="0"/>
              </a:p>
            </p:txBody>
          </p:sp>
        </mc:Choice>
        <mc:Fallback>
          <p:sp>
            <p:nvSpPr>
              <p:cNvPr id="120" name="文本框 119">
                <a:extLst>
                  <a:ext uri="{FF2B5EF4-FFF2-40B4-BE49-F238E27FC236}">
                    <a16:creationId xmlns:a16="http://schemas.microsoft.com/office/drawing/2014/main" id="{8F12F9A8-4F14-8995-387F-7FECC8D6F9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4783" y="3777998"/>
                <a:ext cx="431800" cy="358368"/>
              </a:xfrm>
              <a:prstGeom prst="rect">
                <a:avLst/>
              </a:prstGeom>
              <a:blipFill>
                <a:blip r:embed="rId38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0816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气流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443</TotalTime>
  <Words>54</Words>
  <Application>Microsoft Macintosh PowerPoint</Application>
  <PresentationFormat>宽屏</PresentationFormat>
  <Paragraphs>41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Bradley Hand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Ying Cao</dc:creator>
  <cp:lastModifiedBy>Cao Ying</cp:lastModifiedBy>
  <cp:revision>36</cp:revision>
  <dcterms:created xsi:type="dcterms:W3CDTF">2025-03-23T05:01:51Z</dcterms:created>
  <dcterms:modified xsi:type="dcterms:W3CDTF">2025-03-25T07:26:44Z</dcterms:modified>
</cp:coreProperties>
</file>